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Automotive Consumer Sentiment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Wow Factor Excavation - DeepSeek AI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7D3EA"/>
                </a:solidFill>
              </a:defRPr>
            </a:pPr>
            <a:r>
              <a:t>Model: BYD Atto 3 | Total Data: 50 Comments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Data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Total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FFAFE"/>
                </a:solidFill>
              </a:defRPr>
            </a:pPr>
            <a:r>
              <a:t>Substantial (36%)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</a:defRPr>
            </a:pPr>
            <a:r>
              <a:t>Sentiment Distribution (Substantial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Positive: 4 | Neutral: 11 | Negative: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Qualitative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Styling / Design | Parameter: Exterior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Atto design preferred over Omoda E5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768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rPr dirty="0"/>
              <a:t>Implication: BYD's </a:t>
            </a:r>
            <a:r>
              <a:rPr dirty="0" err="1"/>
              <a:t>Atto</a:t>
            </a:r>
            <a:r>
              <a:rPr dirty="0"/>
              <a:t> 3 exterior design is a key differentiator that attracts consumers, but comfort and driving experience can override initial design appeal. The brand should emphasize design strengths while addressing comfort to retain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dirty="0"/>
              <a:t>Phrase (Original): BYD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designnya</a:t>
            </a:r>
            <a:r>
              <a:rPr dirty="0"/>
              <a:t> emang ga striking tapi </a:t>
            </a:r>
            <a:r>
              <a:rPr dirty="0" err="1"/>
              <a:t>cantikkkk</a:t>
            </a:r>
            <a:r>
              <a:rPr dirty="0"/>
              <a:t>, </a:t>
            </a:r>
            <a:r>
              <a:rPr dirty="0" err="1"/>
              <a:t>dr</a:t>
            </a:r>
            <a:r>
              <a:rPr dirty="0"/>
              <a:t> semua angle enak </a:t>
            </a:r>
            <a:r>
              <a:rPr dirty="0" err="1"/>
              <a:t>diliatnya</a:t>
            </a:r>
            <a:r>
              <a:rPr dirty="0"/>
              <a:t>. </a:t>
            </a:r>
            <a:r>
              <a:rPr dirty="0" err="1"/>
              <a:t>Jujur</a:t>
            </a:r>
            <a:r>
              <a:rPr dirty="0"/>
              <a:t> setelah lihat langsung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Omode</a:t>
            </a:r>
            <a:r>
              <a:rPr dirty="0"/>
              <a:t> 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BYD Atto's design isn't striking but it's beautiful, it's nice to look at from all angles. Honestly, after seeing the Omode E5...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Value Perception | Parameter: Competitor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Price vs value perception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Brands must justify premium pricing through superior comfort or features, as consumers actively compare competitors and may switch after test drives.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dari china banyak orang belajar, dikibulin jepang itu sakitnya tuh disini. Ibarat telur, HPP 1000 dijual 3500. Bukannya mahal,...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Many people learn from China, they say that Japan is sick here. Like eggs, HPP 1000 is sold for 3500. It's not that it's expens...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Brand Perception | Parameter: Brand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BYD dominance and credibility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BYD's brand image is strongly associated with market leadership and technological superiority in Indonesia. The brand should leverage this positive perception to accelerate market entry and capture early adopters.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Mobil yang sempat diketawain om Elon karena Warren Buffett mau nginvest akhirnya siap mengaspal di Indonesia.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45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The car that Uncle Elon once laughed at because Warren Buffett wanted to invest is finally ready to hit the road in Indonesia.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Feature Sentiment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Mentions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Value Perception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1945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3464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46887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25603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New Tech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3464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83463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292607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Comfort &amp; Space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3464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3192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8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20039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8640" y="329183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Safety &amp; ADAS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83464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3192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2648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56615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365759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Powertrain / Performance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83464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93192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2648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Wow Factor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</a:defRPr>
            </a:pPr>
            <a:r>
              <a:t>Methodology &amp; Comment-Level 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How the Wow Factor Score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SENTIMENT WEIGHT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Positive = 1.0</a:t>
            </a:r>
            <a:br/>
            <a:r>
              <a:t>Neutral = 0.3</a:t>
            </a:r>
            <a:br/>
            <a:r>
              <a:t>Negative = 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ENGAGEMENT SCORE (50%)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Log-normalized engagement, scaled vs a fixed reference (batch-comparable).</a:t>
            </a:r>
            <a:br/>
            <a:r>
              <a:t>Formula:</a:t>
            </a:r>
            <a:br/>
            <a:r>
              <a:t>log(1+likes) + 1.5 * log(1+replies)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955279" cy="5486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WOW SCORE = (Sentiment Weight x 50) + (Engagement Score x 0.50)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Top Comments by Wow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914400"/>
            <a:ext cx="164592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9601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914400"/>
            <a:ext cx="49377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96012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97.5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1887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12801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1887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79" y="12801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Atto's design isn't striking but it's beautiful, it's nice to look at from all an...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83.6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16459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55448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79" y="16459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HRV looks really old when compared to this ATTO3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76.1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192024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94560" y="201168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92024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79" y="201168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Many people learn from China, they say that Japan is sick here. Like eggs, HPP 1000 i...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72.9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7160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28600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28600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79" y="237744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The car that Uncle Elon once laughed at because Warren Buffett wanted to invest is fi...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71.3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7160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65176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94560" y="27432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265176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40479" y="274320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will dominate electric cars in Indonesia. This is not a brand to play with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67.3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37160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0175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94560" y="3108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Powertrain / Performance;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0175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40479" y="31089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Bismillah... I hope I can change my petrol car to a BYD Atto 3 car... Amen Ya Robbal 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64.8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3120" y="33832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94560" y="34747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3383279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40479" y="34747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It is the best EV car in the world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46.2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37160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3749039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94560" y="384047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New Tech; Safety &amp; ADAS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3749039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40479" y="3840479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Measuring speed from GPS also has limited precision, Fitra. If there are a lot of GPS...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Average Wow Score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2606771" cy="36576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167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71.3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Brand 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8132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4 Pos | 0 Neu | 0 Neg | n=4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1770827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Powertrain /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128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1 Pos | 0 Neu | 1 Neg | n=2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706624"/>
            <a:ext cx="1715414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7977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46.9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Styling /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44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6 Pos | 0 Neu | 1 Neg | n=7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38144"/>
            <a:ext cx="1399702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51129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38.3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7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Value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7588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3 Pos | 0 Neu | 3 Neg | n=6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5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169663"/>
            <a:ext cx="1226271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242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147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New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0740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3 Neu | 0 Neg | n=3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7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901183"/>
            <a:ext cx="947684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9743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25.9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8463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Safety &amp; 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13892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1 Neu | 1 Neg | n=2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Note: wow_factor_score is computed per comment, not per feature. A comment discussing N features contributes its score to each of those N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814</Words>
  <Application>Microsoft Office PowerPoint</Application>
  <PresentationFormat>On-screen Show (16:9)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arif</cp:lastModifiedBy>
  <cp:revision>2</cp:revision>
  <dcterms:created xsi:type="dcterms:W3CDTF">2013-01-27T09:14:16Z</dcterms:created>
  <dcterms:modified xsi:type="dcterms:W3CDTF">2026-06-23T05:56:50Z</dcterms:modified>
  <cp:category/>
</cp:coreProperties>
</file>